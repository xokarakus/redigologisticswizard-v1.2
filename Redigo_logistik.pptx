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315" r:id="rId2"/>
    <p:sldId id="316" r:id="rId3"/>
    <p:sldId id="317" r:id="rId4"/>
    <p:sldId id="318" r:id="rId5"/>
    <p:sldId id="319" r:id="rId6"/>
    <p:sldId id="321" r:id="rId7"/>
    <p:sldId id="322" r:id="rId8"/>
    <p:sldId id="323" r:id="rId9"/>
    <p:sldId id="324" r:id="rId10"/>
    <p:sldId id="313" r:id="rId11"/>
  </p:sldIdLst>
  <p:sldSz cx="18288000" cy="10287000"/>
  <p:notesSz cx="6858000" cy="9144000"/>
  <p:embeddedFontLst>
    <p:embeddedFont>
      <p:font typeface="Montaser Arabic Extra-Light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5" autoAdjust="0"/>
    <p:restoredTop sz="91750" autoAdjust="0"/>
  </p:normalViewPr>
  <p:slideViewPr>
    <p:cSldViewPr>
      <p:cViewPr varScale="1">
        <p:scale>
          <a:sx n="74" d="100"/>
          <a:sy n="74" d="100"/>
        </p:scale>
        <p:origin x="11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DD564-A89A-4D2F-83DA-3F144A86C1FB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25D00-B46F-46BF-B574-5D1106A997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4730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3CE33-A2FC-8CA6-A64F-C4631B97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18997B25-E62D-9968-B0E7-0E879249E5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56E7F1EA-2A54-1F1C-4274-17A70F9F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90700"/>
            <a:ext cx="14097000" cy="77203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11403C80-9B4F-50BE-3422-D01E87D1A257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Müşteri Satış</a:t>
            </a:r>
            <a:endParaRPr lang="en-US" sz="5706" spc="-291" dirty="0">
              <a:solidFill>
                <a:srgbClr val="FFFFFF"/>
              </a:solidFill>
              <a:latin typeface="Montaser Arabic Extra-Light"/>
            </a:endParaRPr>
          </a:p>
        </p:txBody>
      </p:sp>
    </p:spTree>
    <p:extLst>
      <p:ext uri="{BB962C8B-B14F-4D97-AF65-F5344CB8AC3E}">
        <p14:creationId xmlns:p14="http://schemas.microsoft.com/office/powerpoint/2010/main" val="342006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FB358-AD1B-4CB8-F8E5-EE520A44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4CF03400-4E0B-D982-292C-8763C33A2D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9EAFBCE3-63E5-8502-3798-8A326018C98C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Mal girişi</a:t>
            </a:r>
            <a:endParaRPr lang="en-US" sz="5706" spc="-291" dirty="0">
              <a:solidFill>
                <a:srgbClr val="FFFFFF"/>
              </a:solidFill>
              <a:latin typeface="Montaser Arabic Extra-Light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1CC41FFB-A6C5-134E-6B74-E72E12633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58" y="1866900"/>
            <a:ext cx="15581283" cy="737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4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179B0-7D44-BA06-75F2-29E2043D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DF2D47C2-7A13-652E-9B67-2FFC02ADC8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276F7779-9ADF-29FF-2517-0FD75F9E4EB3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Yurtdışı &amp; Fason Mal Girişi</a:t>
            </a:r>
            <a:endParaRPr lang="en-US" sz="5706" spc="-291" dirty="0">
              <a:solidFill>
                <a:srgbClr val="FFFFFF"/>
              </a:solidFill>
              <a:latin typeface="Montaser Arabic Extra-Light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7A3DB80-869B-D7C2-D1C3-4258E99D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247900"/>
            <a:ext cx="13654123" cy="60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8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EB51D-F3C7-1E61-EAAE-3664E1B0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C8D01397-CB6C-AB41-41FE-356417C947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DD345B19-97B4-9D6B-A197-6470FFE98ABE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Depolar Arası Referansız Transfer (Plansız)</a:t>
            </a:r>
            <a:endParaRPr lang="en-US" sz="5706" spc="-291" dirty="0">
              <a:solidFill>
                <a:srgbClr val="FFFFFF"/>
              </a:solidFill>
              <a:latin typeface="Montaser Arabic Extra-Light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CAC84E47-4B8A-9E5F-B952-6A045F0F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249" y="2482215"/>
            <a:ext cx="13082622" cy="59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21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98692-60FA-4C09-D369-12BF846F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D756878F-2ABE-1422-BB54-574290362A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A3202E00-BB59-DF69-C2B9-B7FBE36DEC45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Depolar Arası Referanslı Transfer (Planlama)</a:t>
            </a:r>
            <a:endParaRPr lang="en-US" sz="5706" spc="-291" dirty="0">
              <a:solidFill>
                <a:srgbClr val="FFFFFF"/>
              </a:solidFill>
              <a:latin typeface="Montaser Arabic Extra-Light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E79AE700-9EC9-F576-4B75-CC7A025F8B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46"/>
          <a:stretch/>
        </p:blipFill>
        <p:spPr>
          <a:xfrm>
            <a:off x="1219200" y="2171700"/>
            <a:ext cx="15620999" cy="72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4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F4C6B-3C62-E574-86E6-B7D82A0A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C4BEF38C-512B-F5F3-A27E-3E32691190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2C104826-21EE-9BFA-939B-FFBF5023FEE9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İade Mal Girişi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6891BF4-F8CC-24E2-CC18-356552E45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38" b="8547"/>
          <a:stretch/>
        </p:blipFill>
        <p:spPr>
          <a:xfrm>
            <a:off x="1828800" y="1866900"/>
            <a:ext cx="13792200" cy="751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44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95139-1D78-587C-51B8-D0BA0097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F2442FBA-09AC-17E3-5C90-654BA934BC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FFD62FBB-E7BB-4962-AE8D-9CD911996306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Fason Mal Girişi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D7D9152-1578-78DB-F438-E2935C243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019299"/>
            <a:ext cx="14668500" cy="64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2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05BE8-9E1A-EE44-22F2-A9E5DE07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29C14432-E53C-C09C-C1C3-54798C35D5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1A99E9F7-5B57-E121-3F07-A529E892FBF4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Fason Mal Çıkışı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AD6009A-7213-47E4-1754-73C51861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807" y="2446251"/>
            <a:ext cx="13468386" cy="587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7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0F8ED-423D-83ED-001E-2455453A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9009E502-A5B2-F6FB-23A4-F5D75BC899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9" name="TextBox 14">
            <a:extLst>
              <a:ext uri="{FF2B5EF4-FFF2-40B4-BE49-F238E27FC236}">
                <a16:creationId xmlns:a16="http://schemas.microsoft.com/office/drawing/2014/main" id="{4DEB8036-2515-E630-C4C2-9669C01CFD51}"/>
              </a:ext>
            </a:extLst>
          </p:cNvPr>
          <p:cNvSpPr txBox="1"/>
          <p:nvPr/>
        </p:nvSpPr>
        <p:spPr>
          <a:xfrm>
            <a:off x="990600" y="529496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tr-TR" sz="5706" spc="-291" dirty="0">
                <a:solidFill>
                  <a:srgbClr val="FF0000"/>
                </a:solidFill>
                <a:latin typeface="Montaser Arabic Extra-Light"/>
              </a:rPr>
              <a:t>Kalite Onay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415DA3D-00F7-A866-EBAD-9BF50A92B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171700"/>
            <a:ext cx="12925244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5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6D864-3124-1F33-9F69-3A7B9904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D7521D26-118B-A41C-979B-C4E03E6C535B}"/>
              </a:ext>
            </a:extLst>
          </p:cNvPr>
          <p:cNvSpPr txBox="1"/>
          <p:nvPr/>
        </p:nvSpPr>
        <p:spPr>
          <a:xfrm>
            <a:off x="1028700" y="923925"/>
            <a:ext cx="14668500" cy="962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9"/>
              </a:lnSpc>
            </a:pPr>
            <a:r>
              <a:rPr lang="en-US" sz="5706" spc="-291" dirty="0">
                <a:solidFill>
                  <a:srgbClr val="FFFFFF"/>
                </a:solidFill>
                <a:latin typeface="Montaser Arabic Extra-Light"/>
              </a:rPr>
              <a:t>TEKLİF KAPSAMI</a:t>
            </a:r>
          </a:p>
        </p:txBody>
      </p:sp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41408CEA-0592-B4A6-8402-D2861B748B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-1257300"/>
            <a:ext cx="3739515" cy="373951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55EA188-32C0-F7D9-338C-212AE325CD06}"/>
              </a:ext>
            </a:extLst>
          </p:cNvPr>
          <p:cNvSpPr/>
          <p:nvPr/>
        </p:nvSpPr>
        <p:spPr>
          <a:xfrm>
            <a:off x="1028700" y="2227055"/>
            <a:ext cx="16878300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 err="1">
                <a:solidFill>
                  <a:schemeClr val="bg1"/>
                </a:solidFill>
                <a:latin typeface="Aptos" panose="020B0004020202020204" pitchFamily="34" charset="0"/>
              </a:rPr>
              <a:t>Hizmet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ptos" panose="020B0004020202020204" pitchFamily="34" charset="0"/>
              </a:rPr>
              <a:t>Kapsamı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: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Malzeme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Müşteri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Satıcı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Stok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Aktarım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Canlı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Geçiş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Öncesi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)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Stok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Karşılaştırma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Raporu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SAS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Gönderimi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Alınan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Teslimat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Gönderimi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Mal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Giriş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Fason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Tedarikçisine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Malzeme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Gönderimi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Fason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ve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Normal SAS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İçin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İptal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Gönderimi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Kalite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Kontrol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Gereksinim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Bilgisi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Gönderilen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Teslimat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Gönderilen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Teslimat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Silme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Mal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Çıkış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İrsaliye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)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Üretim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Depoya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Malzeme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Gönderim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Entegrasyonu</a:t>
            </a:r>
            <a:endParaRPr lang="tr-TR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Depolar arası referansız  transfer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Depolar arası referanslı transfer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Stok kayıp önleme kontrolleri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İade Mal girişi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Fason Mal girişi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Depo içi transferler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tr-TR" sz="2000" dirty="0">
                <a:solidFill>
                  <a:schemeClr val="bg1"/>
                </a:solidFill>
                <a:latin typeface="Aptos" panose="020B0004020202020204" pitchFamily="34" charset="0"/>
              </a:rPr>
              <a:t>Depolar arası transferler</a:t>
            </a:r>
          </a:p>
        </p:txBody>
      </p:sp>
    </p:spTree>
    <p:extLst>
      <p:ext uri="{BB962C8B-B14F-4D97-AF65-F5344CB8AC3E}">
        <p14:creationId xmlns:p14="http://schemas.microsoft.com/office/powerpoint/2010/main" val="284746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3443</TotalTime>
  <Words>120</Words>
  <Application>Microsoft Macintosh PowerPoint</Application>
  <PresentationFormat>Özel</PresentationFormat>
  <Paragraphs>33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Montaser Arabic Extra-Light</vt:lpstr>
      <vt:lpstr>Calibri</vt:lpstr>
      <vt:lpstr>Aptos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Batuhan Aysoysal</dc:creator>
  <cp:lastModifiedBy>Ömer Karakuş</cp:lastModifiedBy>
  <cp:revision>12</cp:revision>
  <dcterms:created xsi:type="dcterms:W3CDTF">2006-08-16T00:00:00Z</dcterms:created>
  <dcterms:modified xsi:type="dcterms:W3CDTF">2026-02-15T19:13:15Z</dcterms:modified>
  <dc:identifier>DAF-pBpzlCg</dc:identifier>
</cp:coreProperties>
</file>